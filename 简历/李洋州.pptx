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李洋州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大模型应用开发工程师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24712"/>
            <a:ext cx="4315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31岁｜男｜1995.04.29｜太原科技大学｜测控技术与仪器专业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求职方向：大模型应用开发 / AI 应用开发 / RAG 知识库 / Agent 智能体</a:t>
            </a:r>
            <a:endParaRPr lang="en-US" sz="840" dirty="0"/>
          </a:p>
        </p:txBody>
      </p:sp>
      <p:pic>
        <p:nvPicPr>
          <p:cNvPr id="7" name="Image 0" descr="C:\Users\pc\Documents\New project 4\scratch\assets\avatar_a4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411480"/>
            <a:ext cx="1170432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15584" y="411480"/>
            <a:ext cx="1170432" cy="117043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教育经历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0352" y="2084832"/>
            <a:ext cx="6473952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2128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太原科技大学｜测控技术与仪器专业｜本科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548640" y="2487168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系统学习测控技术、自动化、传感器、仪器仪表、计算机基础及工程实践相关课程，具备工程思维、逻辑分析能力和技术学习能力。</a:t>
            </a:r>
            <a:endParaRPr lang="en-US" sz="810" dirty="0"/>
          </a:p>
        </p:txBody>
      </p:sp>
      <p:sp>
        <p:nvSpPr>
          <p:cNvPr id="13" name="Text 10"/>
          <p:cNvSpPr/>
          <p:nvPr/>
        </p:nvSpPr>
        <p:spPr>
          <a:xfrm>
            <a:off x="530352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专业技能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" y="3291840"/>
            <a:ext cx="6473952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4198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13232" y="3410712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 2 年 Python 开发经验，熟悉接口调用、数据处理、自动化脚本及业务功能开发。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548640" y="37124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713232" y="3703320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 2 年大模型应用开发经验，熟悉从需求拆解、Prompt 设计、流程编排到效果调优的完整链路。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548640" y="40050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13232" y="399592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熟练使用 Coze、Dify 等平台搭建智能体、工作流、知识库问答和多轮对话应用。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713232" y="4288536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RAG 技术链路，了解文档清洗、切分、向量化、召回优化、知识库构建和答案质量调优。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548640" y="45902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713232" y="4581144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Agent 设计思路，了解任务拆解、工具调用、上下文管理、异常兜底和处理路径选择。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548640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1335024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71600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</a:t>
            </a:r>
            <a:endParaRPr lang="en-US" sz="660" dirty="0"/>
          </a:p>
        </p:txBody>
      </p:sp>
      <p:sp>
        <p:nvSpPr>
          <p:cNvPr id="29" name="Shape 26"/>
          <p:cNvSpPr/>
          <p:nvPr/>
        </p:nvSpPr>
        <p:spPr>
          <a:xfrm>
            <a:off x="2121408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57984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</a:t>
            </a:r>
            <a:endParaRPr lang="en-US" sz="660" dirty="0"/>
          </a:p>
        </p:txBody>
      </p:sp>
      <p:sp>
        <p:nvSpPr>
          <p:cNvPr id="31" name="Shape 28"/>
          <p:cNvSpPr/>
          <p:nvPr/>
        </p:nvSpPr>
        <p:spPr>
          <a:xfrm>
            <a:off x="2907792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44368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3694176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30752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660" dirty="0"/>
          </a:p>
        </p:txBody>
      </p:sp>
      <p:sp>
        <p:nvSpPr>
          <p:cNvPr id="35" name="Shape 32"/>
          <p:cNvSpPr/>
          <p:nvPr/>
        </p:nvSpPr>
        <p:spPr>
          <a:xfrm>
            <a:off x="4480560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17136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5266944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03520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660" dirty="0"/>
          </a:p>
        </p:txBody>
      </p:sp>
      <p:sp>
        <p:nvSpPr>
          <p:cNvPr id="39" name="Shape 36"/>
          <p:cNvSpPr/>
          <p:nvPr/>
        </p:nvSpPr>
        <p:spPr>
          <a:xfrm>
            <a:off x="6053328" y="4956048"/>
            <a:ext cx="621792" cy="228600"/>
          </a:xfrm>
          <a:prstGeom prst="roundRect">
            <a:avLst>
              <a:gd name="adj" fmla="val 24000"/>
            </a:avLst>
          </a:prstGeom>
          <a:solidFill>
            <a:srgbClr val="F3F6F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9904" y="5006340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2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530352" y="5413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项目经历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30352" y="5669280"/>
            <a:ext cx="6473952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" y="57972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Mate｜个人求职助手大模型应用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3456432" y="5824728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项目性质：独立项目 / 模拟企业级求职场景应用</a:t>
            </a:r>
            <a:endParaRPr lang="en-US" sz="760" dirty="0"/>
          </a:p>
        </p:txBody>
      </p:sp>
      <p:sp>
        <p:nvSpPr>
          <p:cNvPr id="45" name="Text 42"/>
          <p:cNvSpPr/>
          <p:nvPr/>
        </p:nvSpPr>
        <p:spPr>
          <a:xfrm>
            <a:off x="548640" y="6144768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Mate 面向求职者提供简历诊断、岗位 JD 解析、简历优化、岗位匹配、面试问题生成和求职建议等能力，提升求职准备效率与岗位匹配度。</a:t>
            </a:r>
            <a:endParaRPr lang="en-US" sz="810" dirty="0"/>
          </a:p>
        </p:txBody>
      </p:sp>
      <p:sp>
        <p:nvSpPr>
          <p:cNvPr id="46" name="Text 43"/>
          <p:cNvSpPr/>
          <p:nvPr/>
        </p:nvSpPr>
        <p:spPr>
          <a:xfrm>
            <a:off x="548640" y="66111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10" dirty="0"/>
          </a:p>
        </p:txBody>
      </p:sp>
      <p:sp>
        <p:nvSpPr>
          <p:cNvPr id="47" name="Text 44"/>
          <p:cNvSpPr/>
          <p:nvPr/>
        </p:nvSpPr>
        <p:spPr>
          <a:xfrm>
            <a:off x="713232" y="660196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负责产品功能拆解与流程设计，覆盖简历解析、JD 关键词提取、匹配度分析、优化建议生成等核心模块。</a:t>
            </a:r>
            <a:endParaRPr lang="en-US" sz="810" dirty="0"/>
          </a:p>
        </p:txBody>
      </p:sp>
      <p:sp>
        <p:nvSpPr>
          <p:cNvPr id="48" name="Text 45"/>
          <p:cNvSpPr/>
          <p:nvPr/>
        </p:nvSpPr>
        <p:spPr>
          <a:xfrm>
            <a:off x="548640" y="68854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10" dirty="0"/>
          </a:p>
        </p:txBody>
      </p:sp>
      <p:sp>
        <p:nvSpPr>
          <p:cNvPr id="49" name="Text 46"/>
          <p:cNvSpPr/>
          <p:nvPr/>
        </p:nvSpPr>
        <p:spPr>
          <a:xfrm>
            <a:off x="713232" y="687628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Coze / Dify 搭建工作流和多轮对话链路，设计结构化 Prompt，使输出更稳定、清晰、可复用。</a:t>
            </a:r>
            <a:endParaRPr lang="en-US" sz="810" dirty="0"/>
          </a:p>
        </p:txBody>
      </p:sp>
      <p:sp>
        <p:nvSpPr>
          <p:cNvPr id="50" name="Text 47"/>
          <p:cNvSpPr/>
          <p:nvPr/>
        </p:nvSpPr>
        <p:spPr>
          <a:xfrm>
            <a:off x="548640" y="71597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10" dirty="0"/>
          </a:p>
        </p:txBody>
      </p:sp>
      <p:sp>
        <p:nvSpPr>
          <p:cNvPr id="51" name="Text 48"/>
          <p:cNvSpPr/>
          <p:nvPr/>
        </p:nvSpPr>
        <p:spPr>
          <a:xfrm>
            <a:off x="713232" y="715060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构建求职知识库，结合 RAG 提升回答专业度；通过 Agent 工具调用实现不同求职任务的自动路由。</a:t>
            </a:r>
            <a:endParaRPr lang="en-US" sz="810" dirty="0"/>
          </a:p>
        </p:txBody>
      </p:sp>
      <p:sp>
        <p:nvSpPr>
          <p:cNvPr id="52" name="Text 49"/>
          <p:cNvSpPr/>
          <p:nvPr/>
        </p:nvSpPr>
        <p:spPr>
          <a:xfrm>
            <a:off x="548640" y="74340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10" dirty="0"/>
          </a:p>
        </p:txBody>
      </p:sp>
      <p:sp>
        <p:nvSpPr>
          <p:cNvPr id="53" name="Text 50"/>
          <p:cNvSpPr/>
          <p:nvPr/>
        </p:nvSpPr>
        <p:spPr>
          <a:xfrm>
            <a:off x="713232" y="742492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沉淀简历优化、面试题生成、岗位匹配建议等模板，形成从输入到诊断再到生成建议的完整闭环。</a:t>
            </a:r>
            <a:endParaRPr lang="en-US" sz="810" dirty="0"/>
          </a:p>
        </p:txBody>
      </p:sp>
      <p:sp>
        <p:nvSpPr>
          <p:cNvPr id="54" name="Text 51"/>
          <p:cNvSpPr/>
          <p:nvPr/>
        </p:nvSpPr>
        <p:spPr>
          <a:xfrm>
            <a:off x="530352" y="7909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工作经历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530352" y="8165592"/>
            <a:ext cx="6473952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" y="8293608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开发 / 大模型应用开发相关经验｜约 4 年</a:t>
            </a:r>
            <a:endParaRPr lang="en-US" sz="970" dirty="0"/>
          </a:p>
        </p:txBody>
      </p:sp>
      <p:sp>
        <p:nvSpPr>
          <p:cNvPr id="57" name="Text 54"/>
          <p:cNvSpPr/>
          <p:nvPr/>
        </p:nvSpPr>
        <p:spPr>
          <a:xfrm>
            <a:off x="548640" y="85770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90" dirty="0"/>
          </a:p>
        </p:txBody>
      </p:sp>
      <p:sp>
        <p:nvSpPr>
          <p:cNvPr id="58" name="Text 55"/>
          <p:cNvSpPr/>
          <p:nvPr/>
        </p:nvSpPr>
        <p:spPr>
          <a:xfrm>
            <a:off x="713232" y="8567928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Python 后端开发、接口对接、数据处理及业务功能开发，能够根据业务需求完成功能拆解与实现。</a:t>
            </a:r>
            <a:endParaRPr lang="en-US" sz="790" dirty="0"/>
          </a:p>
        </p:txBody>
      </p:sp>
      <p:sp>
        <p:nvSpPr>
          <p:cNvPr id="59" name="Text 56"/>
          <p:cNvSpPr/>
          <p:nvPr/>
        </p:nvSpPr>
        <p:spPr>
          <a:xfrm>
            <a:off x="548640" y="88422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90" dirty="0"/>
          </a:p>
        </p:txBody>
      </p:sp>
      <p:sp>
        <p:nvSpPr>
          <p:cNvPr id="60" name="Text 57"/>
          <p:cNvSpPr/>
          <p:nvPr/>
        </p:nvSpPr>
        <p:spPr>
          <a:xfrm>
            <a:off x="713232" y="8833104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参与或独立完成大模型应用搭建与优化，能够将业务场景转化为工作流、知识库和智能体能力。</a:t>
            </a:r>
            <a:endParaRPr lang="en-US" sz="790" dirty="0"/>
          </a:p>
        </p:txBody>
      </p:sp>
      <p:sp>
        <p:nvSpPr>
          <p:cNvPr id="61" name="Text 58"/>
          <p:cNvSpPr/>
          <p:nvPr/>
        </p:nvSpPr>
        <p:spPr>
          <a:xfrm>
            <a:off x="530352" y="9235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自我评价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530352" y="9491472"/>
            <a:ext cx="6473952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48640" y="960120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 Python 工程基础和大模型应用开发经验，熟悉 Coze、Dify、RAG、Agent 等应用模式。能够从业务场景出发完成需求拆解、流程设计、Prompt 优化、知识库构建和效果调优，期望在大模型应用开发岗位中持续提升项目交付能力。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李洋州 - 大模型应用开发工程师 A4简历</dc:title>
  <dc:subject>李洋州 - A4打印简历</dc:subject>
  <dc:creator>Codex</dc:creator>
  <cp:lastModifiedBy>Codex</cp:lastModifiedBy>
  <cp:revision>1</cp:revision>
  <dcterms:created xsi:type="dcterms:W3CDTF">2026-05-08T01:26:00Z</dcterms:created>
  <dcterms:modified xsi:type="dcterms:W3CDTF">2026-05-08T01:26:00Z</dcterms:modified>
</cp:coreProperties>
</file>